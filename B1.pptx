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25"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4D2A7-81B5-42AA-A526-A821D8AE2806}" type="datetimeFigureOut">
              <a:rPr lang="fr-FR" smtClean="0"/>
              <a:pPr/>
              <a:t>05/03/2015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FF176-4D83-4A8D-9001-FC658BE48B0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J:\code texe\B01\B1-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8352928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 descr="J:\code texe\B01\B1-0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568952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 descr="J:\code texe\B01\B1-0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424935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098" name="Picture 2" descr="J:\code texe\B01\B1-0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8640960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 descr="J:\code texe\B01\B1-0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568952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146" name="Picture 2" descr="J:\code texe\B01\B1-0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568952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170" name="Picture 2" descr="J:\code texe\B01\B1-0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640960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194" name="Picture 2" descr="J:\code texe\B01\B1-0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568952" cy="6597352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218" name="Picture 2" descr="J:\code texe\B01\B1-0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8640959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42" name="Picture 2" descr="J:\code texe\B01\B1-1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352928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266" name="Picture 2" descr="J:\code texe\B01\B1-1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32656"/>
            <a:ext cx="8280919" cy="6525344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2290" name="Picture 2" descr="J:\code texe\B01\B1-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568952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3314" name="Picture 2" descr="J:\code texe\B01\B1-1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712967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338" name="Picture 2" descr="J:\code texe\B01\B1-1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424935" cy="6408712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5362" name="Picture 2" descr="J:\code texe\B01\B1-1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60648"/>
            <a:ext cx="8784976" cy="6408712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6386" name="Picture 2" descr="J:\code texe\B01\B1-1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332656"/>
            <a:ext cx="8568952" cy="6192688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7410" name="Picture 2" descr="J:\code texe\B01\B1-1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04664"/>
            <a:ext cx="8712968" cy="645333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J:\code texe\B01\B1-1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098" y="333375"/>
            <a:ext cx="8148367" cy="6335713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9458" name="Picture 2" descr="J:\code texe\B01\B1-1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4"/>
            <a:ext cx="8712968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482" name="Picture 2" descr="J:\code texe\B01\B1-2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6"/>
            <a:ext cx="9144000" cy="6264696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1506" name="Picture 2" descr="J:\code texe\B01\B1-2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332656"/>
            <a:ext cx="8496945" cy="6192688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2530" name="Picture 2" descr="J:\code texe\B01\B1-2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496944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3554" name="Picture 2" descr="J:\code texe\B01\B1-2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3" y="332656"/>
            <a:ext cx="8712968" cy="6336704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4578" name="Picture 2" descr="J:\code texe\B01\B1-2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8568952" cy="6408712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5602" name="Picture 2" descr="J:\code texe\B01\B1-2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60648"/>
            <a:ext cx="8820472" cy="6597352"/>
          </a:xfrm>
          <a:prstGeom prst="rect">
            <a:avLst/>
          </a:prstGeom>
          <a:noFill/>
        </p:spPr>
      </p:pic>
    </p:spTree>
  </p:cSld>
  <p:clrMapOvr>
    <a:masterClrMapping/>
  </p:clrMapOvr>
  <p:transition advTm="35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Affichage à l'écran (4:3)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6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PERSONEL</dc:creator>
  <cp:lastModifiedBy>SWEET</cp:lastModifiedBy>
  <cp:revision>11</cp:revision>
  <dcterms:created xsi:type="dcterms:W3CDTF">2014-11-11T16:26:11Z</dcterms:created>
  <dcterms:modified xsi:type="dcterms:W3CDTF">2015-03-05T11:41:51Z</dcterms:modified>
</cp:coreProperties>
</file>