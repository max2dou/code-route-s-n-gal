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AFAA8-BE82-4FD5-8CB3-E3D88804DAC0}" type="datetimeFigureOut">
              <a:rPr lang="fr-FR" smtClean="0"/>
              <a:pPr/>
              <a:t>22/09/2020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C6A33-9227-457D-B341-61D1E6B9BF6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J:\code texe\B02\B2- 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640960" cy="6480720"/>
          </a:xfrm>
          <a:prstGeom prst="rect">
            <a:avLst/>
          </a:prstGeom>
          <a:noFill/>
        </p:spPr>
      </p:pic>
    </p:spTree>
  </p:cSld>
  <p:clrMapOvr>
    <a:masterClrMapping/>
  </p:clrMapOvr>
  <p:transition advTm="2577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 descr="J:\code texe\B02\B2- 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640960" cy="6408712"/>
          </a:xfrm>
          <a:prstGeom prst="rect">
            <a:avLst/>
          </a:prstGeom>
          <a:noFill/>
        </p:spPr>
      </p:pic>
    </p:spTree>
  </p:cSld>
  <p:clrMapOvr>
    <a:masterClrMapping/>
  </p:clrMapOvr>
  <p:transition advTm="21148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074" name="Picture 2" descr="J:\code texe\B02\B2- 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1" y="188640"/>
            <a:ext cx="8640960" cy="6480720"/>
          </a:xfrm>
          <a:prstGeom prst="rect">
            <a:avLst/>
          </a:prstGeom>
          <a:noFill/>
        </p:spPr>
      </p:pic>
    </p:spTree>
  </p:cSld>
  <p:clrMapOvr>
    <a:masterClrMapping/>
  </p:clrMapOvr>
  <p:transition advTm="2050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098" name="Picture 2" descr="J:\code texe\B02\B2- 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60648"/>
            <a:ext cx="8784976" cy="6408712"/>
          </a:xfrm>
          <a:prstGeom prst="rect">
            <a:avLst/>
          </a:prstGeom>
          <a:noFill/>
        </p:spPr>
      </p:pic>
    </p:spTree>
  </p:cSld>
  <p:clrMapOvr>
    <a:masterClrMapping/>
  </p:clrMapOvr>
  <p:transition advTm="15924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2" name="Picture 2" descr="J:\code texe\B02\B2- 0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8640"/>
            <a:ext cx="8784976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2108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146" name="Picture 2" descr="J:\code texe\B02\B2- 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712968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2103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170" name="Picture 2" descr="J:\code texe\B02\B2- 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1" y="260648"/>
            <a:ext cx="8784977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2100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194" name="Picture 2" descr="J:\code texe\B02\B2- 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8640"/>
            <a:ext cx="8640960" cy="6408712"/>
          </a:xfrm>
          <a:prstGeom prst="rect">
            <a:avLst/>
          </a:prstGeom>
          <a:noFill/>
        </p:spPr>
      </p:pic>
    </p:spTree>
  </p:cSld>
  <p:clrMapOvr>
    <a:masterClrMapping/>
  </p:clrMapOvr>
  <p:transition advTm="10972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218" name="Picture 2" descr="J:\code texe\B02\B2- 0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8640"/>
            <a:ext cx="8784976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2592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42" name="Picture 2" descr="J:\code texe\B02\B2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712968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11294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266" name="Picture 2" descr="J:\code texe\B02\B2- 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8568952" cy="6192688"/>
          </a:xfrm>
          <a:prstGeom prst="rect">
            <a:avLst/>
          </a:prstGeom>
          <a:noFill/>
        </p:spPr>
      </p:pic>
    </p:spTree>
  </p:cSld>
  <p:clrMapOvr>
    <a:masterClrMapping/>
  </p:clrMapOvr>
  <p:transition advTm="10742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2290" name="Picture 2" descr="J:\code texe\B02\B2- 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60648"/>
            <a:ext cx="8712968" cy="6192688"/>
          </a:xfrm>
          <a:prstGeom prst="rect">
            <a:avLst/>
          </a:prstGeom>
          <a:noFill/>
        </p:spPr>
      </p:pic>
    </p:spTree>
  </p:cSld>
  <p:clrMapOvr>
    <a:masterClrMapping/>
  </p:clrMapOvr>
  <p:transition advTm="21004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3314" name="Picture 2" descr="J:\code texe\B02\B2- 1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712968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20985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4338" name="Picture 2" descr="J:\code texe\B02\B2- 1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712968" cy="6120680"/>
          </a:xfrm>
          <a:prstGeom prst="rect">
            <a:avLst/>
          </a:prstGeom>
          <a:noFill/>
        </p:spPr>
      </p:pic>
    </p:spTree>
  </p:cSld>
  <p:clrMapOvr>
    <a:masterClrMapping/>
  </p:clrMapOvr>
  <p:transition advTm="15956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5362" name="Picture 2" descr="J:\code texe\B02\B2- 1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712968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15999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6386" name="Picture 2" descr="J:\code texe\B02\B2- 1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712968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17094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7410" name="Picture 2" descr="J:\code texe\B02\B2- 1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712968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16489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8434" name="Picture 2" descr="J:\code texe\B02\B2- 1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712968" cy="6192688"/>
          </a:xfrm>
          <a:prstGeom prst="rect">
            <a:avLst/>
          </a:prstGeom>
          <a:noFill/>
        </p:spPr>
      </p:pic>
    </p:spTree>
  </p:cSld>
  <p:clrMapOvr>
    <a:masterClrMapping/>
  </p:clrMapOvr>
  <p:transition advTm="157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9458" name="Picture 2" descr="J:\code texe\B02\B2- 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60648"/>
            <a:ext cx="8712968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20586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482" name="Picture 2" descr="J:\code texe\B02\B2- 2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8640"/>
            <a:ext cx="8712968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16186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1506" name="Picture 2" descr="J:\code texe\B02\B2- 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8640"/>
            <a:ext cx="8640960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16104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2530" name="Picture 2" descr="J:\code texe\B02\B2- 2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19" y="188640"/>
            <a:ext cx="8568953" cy="6120680"/>
          </a:xfrm>
          <a:prstGeom prst="rect">
            <a:avLst/>
          </a:prstGeom>
          <a:noFill/>
        </p:spPr>
      </p:pic>
    </p:spTree>
  </p:cSld>
  <p:clrMapOvr>
    <a:masterClrMapping/>
  </p:clrMapOvr>
  <p:transition advTm="1089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3554" name="Picture 2" descr="J:\code texe\B02\B2- 2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1" y="260648"/>
            <a:ext cx="8640959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1603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4578" name="Picture 2" descr="J:\code texe\B02\B2- 2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1" y="188640"/>
            <a:ext cx="8640961" cy="6408712"/>
          </a:xfrm>
          <a:prstGeom prst="rect">
            <a:avLst/>
          </a:prstGeom>
          <a:noFill/>
        </p:spPr>
      </p:pic>
    </p:spTree>
  </p:cSld>
  <p:clrMapOvr>
    <a:masterClrMapping/>
  </p:clrMapOvr>
  <p:transition advTm="21194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5602" name="Picture 2" descr="J:\code texe\B02\B2- 2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8640"/>
            <a:ext cx="8712968" cy="6480720"/>
          </a:xfrm>
          <a:prstGeom prst="rect">
            <a:avLst/>
          </a:prstGeom>
          <a:noFill/>
        </p:spPr>
      </p:pic>
    </p:spTree>
  </p:cSld>
  <p:clrMapOvr>
    <a:masterClrMapping/>
  </p:clrMapOvr>
  <p:transition advTm="20779"/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Office PowerPoint</Application>
  <PresentationFormat>Affichage à l'écran (4:3)</PresentationFormat>
  <Paragraphs>0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8" baseType="lpstr"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PERSONEL</dc:creator>
  <cp:lastModifiedBy>user</cp:lastModifiedBy>
  <cp:revision>16</cp:revision>
  <dcterms:created xsi:type="dcterms:W3CDTF">2014-11-12T12:51:10Z</dcterms:created>
  <dcterms:modified xsi:type="dcterms:W3CDTF">2020-09-22T00:59:36Z</dcterms:modified>
</cp:coreProperties>
</file>